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D143AC-0033-9881-5C43-418169330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459010-E84F-C293-2C74-A09B1E148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C1418D-9076-B9BC-C5B9-042527543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63950D-FBFE-23ED-DBB1-0788D0E0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CC13E4-C32F-BC69-706B-AC7EBD4A0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17039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CB85D3-82D1-302A-63CF-CE577BAFD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5E51FB-31DF-D91A-108A-F167CF22F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B7DC32-4679-6C10-D926-F15EF339B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A26C14-FDB8-DD48-E88A-E29DC2E0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9EF54C-ED66-A0E2-B73D-BAB32D33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54417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EE3B8-DAA2-DBAE-9AA1-E77D378C2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FBF7D6-A1E3-F2E8-AFF1-74447491F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E4B39B-D4B0-983E-55E4-9CD12FE6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3E906F-F4A6-789C-CD69-9A843BBA0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17165B-4A80-ADF2-F09E-836FF03CB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22514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93B512-CCAD-83B0-44CB-FFCE64A62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A15EBE-696C-9FA9-764C-4DB9BE5AF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5053D4B-05F3-AB0D-9916-688995226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4EA060-88D3-77C4-4171-99C84BCA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C694A92-0164-0AD6-1484-22DCF085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1B63D1-1954-BA46-2208-49EE9CC1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5535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5E38F-A0F2-A5BB-E183-2140F7B1D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C87A03-71A0-351F-077A-6B2D907E8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7C3EDC3-8C96-9CEC-E570-BFEBD1D1B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DB7204C-BC99-5BDE-DF80-2A05ECE38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FA9469E-7765-02F5-A3E8-00A4EB574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DF1BF34-B40C-B238-8DD3-F52994E80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BCC889A-D7A6-A4AD-F334-36B9F0EB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131C6F2-6DE2-8A5F-B61F-4C036787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3387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6D992-F2A8-CEB5-AECC-6BB396288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D52DE5-79DC-4771-4F1A-94EE9C1E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35BAB02-40D7-820D-FC96-D361CC2E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F539B6-A539-B973-04FA-BFDE5D73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198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C8B4257-9F2B-72AB-9DB1-BD785219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0665543-E6E0-B5BF-4122-318EE2EC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C32D8E-8447-96B4-B938-D571CCA6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4313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C257D8-08EA-792D-3976-3F867F59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1C77F1-1FEA-95D5-8734-4377D4F5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DD0F645-D545-B783-8E13-754B2F851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6A08C0-75EA-1587-5327-536F7877B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86F6E02-108A-89B6-C175-D5157E68C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90318A-1E08-94EE-4182-108E571DB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1354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2A15F6-28D1-8AC9-3E50-DD3D9FB5D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5DDDEC5-C51A-581C-D084-3468ADB0F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B74998-C7D3-6DC5-20B5-8C5124D28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33602A8-256C-9C90-8998-D3ED020F4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F528A8-FC26-F821-AE4B-0EB67B371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7D0665-E247-0B18-A985-5479B82D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46542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C9752-9CDA-249B-0469-933C7118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C36321-0AB5-94C7-1B22-EBC8E9458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E10B512-CCF1-968F-B0AA-42E12EA0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08935F-674A-FE19-DA7C-090784730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CAC088-2FED-49B9-A92E-CED07A4AE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259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4C4B982-C3C9-CEAD-15B4-1E4392B56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DC79B28-3ABD-DACD-ED15-B468228F9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9E22E1-BD61-8041-66D0-CCDA9C445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60102F-E026-7BFD-7D01-595BB88F8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19FAAE-D04C-BEC1-E7B0-9E581129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983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2D0E74-C2DC-DF5F-2067-3FBE0F932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804BC39-85A2-1320-4A93-C9C8E112D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8CF83E-3CDE-D84B-9C9F-4F136F104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A2858-91C0-4B72-AB80-97BC03E26741}" type="datetimeFigureOut">
              <a:rPr lang="de-AT" smtClean="0"/>
              <a:t>23.01.2025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EBB3FE-3D89-13D4-9B6E-7A956B3C9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FBC2D3-58EE-9BE4-D4B1-756E37CF5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4D5C0-1DCC-4E07-BB46-B3590484FBCB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38399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tellite - Free technology icons">
            <a:extLst>
              <a:ext uri="{FF2B5EF4-FFF2-40B4-BE49-F238E27FC236}">
                <a16:creationId xmlns:a16="http://schemas.microsoft.com/office/drawing/2014/main" id="{34164258-9491-B569-145A-B08366EFC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0446" y="2223867"/>
            <a:ext cx="2526047" cy="220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cono de rueda del tractor: vector de stock (libre de regalías) 550393081 |  Shutterstock">
            <a:extLst>
              <a:ext uri="{FF2B5EF4-FFF2-40B4-BE49-F238E27FC236}">
                <a16:creationId xmlns:a16="http://schemas.microsoft.com/office/drawing/2014/main" id="{86754E4D-7633-DCA2-B391-674A19494E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5E5E5"/>
              </a:clrFrom>
              <a:clrTo>
                <a:srgbClr val="E5E5E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12" t="17702" r="23318" b="32832"/>
          <a:stretch/>
        </p:blipFill>
        <p:spPr bwMode="auto">
          <a:xfrm>
            <a:off x="2439547" y="2324507"/>
            <a:ext cx="2208985" cy="220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feil: gebogen 7">
            <a:extLst>
              <a:ext uri="{FF2B5EF4-FFF2-40B4-BE49-F238E27FC236}">
                <a16:creationId xmlns:a16="http://schemas.microsoft.com/office/drawing/2014/main" id="{4ADA4A57-1008-5032-701E-8C0FF6C6DFED}"/>
              </a:ext>
            </a:extLst>
          </p:cNvPr>
          <p:cNvSpPr/>
          <p:nvPr/>
        </p:nvSpPr>
        <p:spPr>
          <a:xfrm rot="2700000">
            <a:off x="4946766" y="1798277"/>
            <a:ext cx="1440000" cy="1440000"/>
          </a:xfrm>
          <a:prstGeom prst="bentArrow">
            <a:avLst>
              <a:gd name="adj1" fmla="val 18738"/>
              <a:gd name="adj2" fmla="val 22049"/>
              <a:gd name="adj3" fmla="val 25000"/>
              <a:gd name="adj4" fmla="val 7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  <p:sp>
        <p:nvSpPr>
          <p:cNvPr id="9" name="Pfeil: gebogen 8">
            <a:extLst>
              <a:ext uri="{FF2B5EF4-FFF2-40B4-BE49-F238E27FC236}">
                <a16:creationId xmlns:a16="http://schemas.microsoft.com/office/drawing/2014/main" id="{5BFAA672-129E-682D-9CBC-C666B7D5840B}"/>
              </a:ext>
            </a:extLst>
          </p:cNvPr>
          <p:cNvSpPr/>
          <p:nvPr/>
        </p:nvSpPr>
        <p:spPr>
          <a:xfrm rot="-8100000">
            <a:off x="4779240" y="3519083"/>
            <a:ext cx="1440000" cy="1440000"/>
          </a:xfrm>
          <a:prstGeom prst="bentArrow">
            <a:avLst>
              <a:gd name="adj1" fmla="val 18738"/>
              <a:gd name="adj2" fmla="val 22049"/>
              <a:gd name="adj3" fmla="val 25000"/>
              <a:gd name="adj4" fmla="val 75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781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Eder Elias</dc:creator>
  <cp:lastModifiedBy>Eder Elias</cp:lastModifiedBy>
  <cp:revision>1</cp:revision>
  <dcterms:created xsi:type="dcterms:W3CDTF">2025-01-23T13:56:18Z</dcterms:created>
  <dcterms:modified xsi:type="dcterms:W3CDTF">2025-01-23T14:10:50Z</dcterms:modified>
</cp:coreProperties>
</file>